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58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7CF30-1B67-1B09-8CA7-55538F8B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4C1DE-6070-B65C-369A-F679C8FCD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473B2-01AE-47C1-0BC6-DCEB821B5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4362C-31AF-FF0D-478C-5092D7BCAE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26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5A007-95AA-12C9-3420-F071CE2D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E03CCF64-E252-2019-1AAB-EB533253ECE7}"/>
              </a:ext>
            </a:extLst>
          </p:cNvPr>
          <p:cNvSpPr/>
          <p:nvPr/>
        </p:nvSpPr>
        <p:spPr>
          <a:xfrm>
            <a:off x="640080" y="1188720"/>
            <a:ext cx="99922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7.O(Data Analysis)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A285CFD-25A3-903C-D852-2D1951B83064}"/>
              </a:ext>
            </a:extLst>
          </p:cNvPr>
          <p:cNvSpPr/>
          <p:nvPr/>
        </p:nvSpPr>
        <p:spPr>
          <a:xfrm>
            <a:off x="640080" y="1645920"/>
            <a:ext cx="9019486" cy="20214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</a:t>
            </a:r>
            <a:r>
              <a:rPr lang="en-US" sz="3800" dirty="0"/>
              <a:t> </a:t>
            </a:r>
            <a:r>
              <a:rPr lang="en-US" sz="3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Security</a:t>
            </a:r>
            <a:r>
              <a:rPr lang="en-US" sz="3800" dirty="0"/>
              <a:t> </a:t>
            </a:r>
            <a:r>
              <a:rPr lang="en-US" sz="3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Framework</a:t>
            </a:r>
            <a:endParaRPr lang="en-US" sz="3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1A98CB-DAE2-A036-1D84-6A9F055794A0}"/>
              </a:ext>
            </a:extLst>
          </p:cNvPr>
          <p:cNvSpPr/>
          <p:nvPr/>
        </p:nvSpPr>
        <p:spPr>
          <a:xfrm>
            <a:off x="552531" y="4160520"/>
            <a:ext cx="822960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Analytics Project — Final Presentation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A1097D8-DB2E-71EB-77F5-86BC2938C233}"/>
              </a:ext>
            </a:extLst>
          </p:cNvPr>
          <p:cNvSpPr/>
          <p:nvPr/>
        </p:nvSpPr>
        <p:spPr>
          <a:xfrm>
            <a:off x="658368" y="4800600"/>
            <a:ext cx="2011680" cy="0"/>
          </a:xfrm>
          <a:prstGeom prst="line">
            <a:avLst/>
          </a:prstGeom>
          <a:noFill/>
          <a:ln w="25400">
            <a:solidFill>
              <a:srgbClr val="2FD8C6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AABFA42-9DD5-156C-BD4B-8F8C4559AA47}"/>
              </a:ext>
            </a:extLst>
          </p:cNvPr>
          <p:cNvSpPr/>
          <p:nvPr/>
        </p:nvSpPr>
        <p:spPr>
          <a:xfrm>
            <a:off x="552531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preparation to predictive, executive-level security intelligence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1565C79-BA85-E3B3-B3BD-E0D34653DA74}"/>
              </a:ext>
            </a:extLst>
          </p:cNvPr>
          <p:cNvSpPr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Hansika Shaw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242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Incident Data to Executive Risk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176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integrate &amp; model incident, location, weather and response datasets with a fact-dimension structure.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141732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15819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152" y="210312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&amp; Geo Intelligence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02152" y="2651760"/>
            <a:ext cx="2176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incidents by severity and identify geographical hotspots and risk cities.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9904" y="141732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15819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72784" y="210312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&amp; Response Analytics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72784" y="2651760"/>
            <a:ext cx="2176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hourly-to-seasonal patterns, activity spikes and response performance.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0536" y="141732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43416" y="15819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43416" y="210312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Prediction &amp; Executive View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043416" y="2651760"/>
            <a:ext cx="2176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security risk, forecast future activity, and consolidate insights for leadership.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Toolset: Microsoft Power BI  •  Fact–Dimension Data Modeling  •  Power BI Time-Series Forecasting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was built incrementally across four milestones — starting from cleaned, modeled data and growing into a full risk-assessment and predictive-intelligence suite used for strategic decision-making.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&amp; Security Visualization Framework	INFOSYS Springboard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Foundation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incident, location, weather and response datasets were cleaned and standardized, then modeled using a fact-and-dimension structure (Fact_Incident linked to Dim_Date, Dim_Location, Dim_Weather, Dim_Response).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9809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99,492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292608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/>
        </p:spPr>
      </p:sp>
      <p:sp>
        <p:nvSpPr>
          <p:cNvPr id="9" name="Text 7"/>
          <p:cNvSpPr/>
          <p:nvPr/>
        </p:nvSpPr>
        <p:spPr>
          <a:xfrm>
            <a:off x="2944368" y="29809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44368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Locations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8496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Incidents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34640" y="379476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2944368" y="38496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15.06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44368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 Time</a:t>
            </a:r>
            <a:endParaRPr lang="en-US" sz="950" dirty="0"/>
          </a:p>
        </p:txBody>
      </p:sp>
      <p:pic>
        <p:nvPicPr>
          <p:cNvPr id="17" name="Image 0" descr="/home/claude/imgs/m1/img-00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57800" y="1417320"/>
            <a:ext cx="6355080" cy="37947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257800" y="1417320"/>
            <a:ext cx="6355080" cy="3794760"/>
          </a:xfrm>
          <a:prstGeom prst="roundRect">
            <a:avLst>
              <a:gd name="adj" fmla="val 723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5486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standardized, well-modeled data is the foundation for all downstream security analysis.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&amp; Security Visualization Framework	 INFOSYS Springboard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&amp; Geospatial Risk Analytics</a:t>
            </a:r>
            <a:endParaRPr lang="en-US" sz="2800" dirty="0"/>
          </a:p>
        </p:txBody>
      </p:sp>
      <p:pic>
        <p:nvPicPr>
          <p:cNvPr id="4" name="Image 0" descr="/home/claude/imgs/m2/img-00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694944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Highlights: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772400" y="196596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incidents into Minor, Major and Critical severity levels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geographical hotspots via a Top-10 risk-city analysis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response-time performance across cities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for date, category, severity and city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0" y="4343400"/>
            <a:ext cx="3840480" cy="1234440"/>
          </a:xfrm>
          <a:prstGeom prst="roundRect">
            <a:avLst>
              <a:gd name="adj" fmla="val 5926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4453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55280" y="4709160"/>
            <a:ext cx="3474720" cy="777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Merion, Abington and Norristown emerge as the highest-concentration risk locations.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&amp; Security Visualization Framework	 INFOSYS Springboard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Incident Analytics &amp; Response Performance</a:t>
            </a:r>
            <a:endParaRPr lang="en-US" sz="2800" dirty="0"/>
          </a:p>
        </p:txBody>
      </p:sp>
      <p:pic>
        <p:nvPicPr>
          <p:cNvPr id="4" name="Image 0" descr="/home/claude/imgs/m3/img-00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850392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35440" y="14630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Analytical Areas: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235440" y="2148840"/>
            <a:ext cx="24231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daily, weekly, monthly &amp; seasonal incident trends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Activity-spike &amp; emerging threat-pattern analysis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by dispatch coordinator, city &amp; severity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368K total responses tracked; avg. response time 15.06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&amp; Security Visualization Framework	 INFOSYS Springboard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PART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 Assessment Dashboard</a:t>
            </a:r>
            <a:endParaRPr lang="en-US" sz="2800" dirty="0"/>
          </a:p>
        </p:txBody>
      </p:sp>
      <p:pic>
        <p:nvPicPr>
          <p:cNvPr id="4" name="Image 0" descr="/home/claude/imgs/m4/img-00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859536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8116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281160" y="1874520"/>
            <a:ext cx="24231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exposure &amp; operational vulnerability analysis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indicators by location and operational unit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gaps (ambulance, drone, specialists)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Security Risk Scorecard — Low risk level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&amp; Security Visualization Framework	 INFOSYS Springboard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PART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&amp; Executive Dashboard</a:t>
            </a:r>
            <a:endParaRPr lang="en-US" sz="2800" dirty="0"/>
          </a:p>
        </p:txBody>
      </p:sp>
      <p:pic>
        <p:nvPicPr>
          <p:cNvPr id="4" name="Image 0" descr="/home/claude/imgs/m4/img-00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5440680" cy="4114800"/>
          </a:xfrm>
          <a:prstGeom prst="rect">
            <a:avLst/>
          </a:prstGeom>
        </p:spPr>
      </p:pic>
      <p:pic>
        <p:nvPicPr>
          <p:cNvPr id="5" name="Image 1" descr="/home/claude/imgs/m4/img-00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1417320"/>
            <a:ext cx="5440680" cy="4114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time-series forecasting projects future incident activity; the Executive dashboard consolidates risk score, high-risk locations and response performance for leadership.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&amp; Security Visualization Framework	 INFOSYS Springboard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Across All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581912"/>
            <a:ext cx="292608" cy="29260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81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Severity Distribution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1984248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span EMS, Traffic and Fire categories with clear Minor/Major/Critical severity tiers, enabling prioritized response.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4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4462272" y="1581912"/>
            <a:ext cx="292608" cy="29260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1581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Risk Concentration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62272" y="1984248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Merion, Abington and Norristown consistently show the highest incident concentration and emerge as high-risk zones.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4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11312" y="1581912"/>
            <a:ext cx="292608" cy="29260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581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0" y="15544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Demand Patterns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11312" y="1984248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 and seasonal trends reveal peak-activity periods and activity spikes that inform staffing decisions.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4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136392"/>
            <a:ext cx="292608" cy="29260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136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1089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Performance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3232" y="3538728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varies meaningfully by severity, city and dispatch coordinator, highlighting where operations need improvement.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297180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4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462272" y="3136392"/>
            <a:ext cx="292608" cy="29260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3136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1089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Resource Gaps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62272" y="3538728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and specialist availability analysis exposes resource gaps that are potential vulnerabilities</a:t>
            </a: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297180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8211312" y="3136392"/>
            <a:ext cx="292608" cy="29260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31" name="Text 29"/>
          <p:cNvSpPr/>
          <p:nvPr/>
        </p:nvSpPr>
        <p:spPr>
          <a:xfrm>
            <a:off x="8211312" y="3136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0" y="31089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Outlook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11312" y="3538728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 projects rising future incident activity, supporting proactive, forward-looking planning.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&amp; Security Visualization Framework	 INFOSYS Springboard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41248"/>
          </a:xfrm>
          <a:prstGeom prst="roundRect">
            <a:avLst>
              <a:gd name="adj" fmla="val 6522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5506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81912"/>
            <a:ext cx="4297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High-Severity &amp; High-Risk Locations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1581912"/>
            <a:ext cx="5577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monitoring and response resources toward Critical/Major incidents and geographically concentrated risk zones such as Lower Merion and Abington.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1064240" cy="841248"/>
          </a:xfrm>
          <a:prstGeom prst="roundRect">
            <a:avLst>
              <a:gd name="adj" fmla="val 6522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9689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523744"/>
            <a:ext cx="4297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Response Planning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0" y="2523744"/>
            <a:ext cx="5577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cities and operational units with comparatively higher response times to resolve resource or distance-related bottlenecks.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11064240" cy="841248"/>
          </a:xfrm>
          <a:prstGeom prst="roundRect">
            <a:avLst>
              <a:gd name="adj" fmla="val 6522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3872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465576"/>
            <a:ext cx="4297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Resource Scheduling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3465576"/>
            <a:ext cx="5577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identified peak hours and high-activity seasons to adjust staffing and emergency-resource availability proactively.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11064240" cy="841248"/>
          </a:xfrm>
          <a:prstGeom prst="roundRect">
            <a:avLst>
              <a:gd name="adj" fmla="val 6522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80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407408"/>
            <a:ext cx="4297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Operational Resource Gaps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0" y="4407408"/>
            <a:ext cx="5577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recurring ambulance and specialist-availability shortages to strengthen emergency response capability.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11064240" cy="841248"/>
          </a:xfrm>
          <a:prstGeom prst="roundRect">
            <a:avLst>
              <a:gd name="adj" fmla="val 6522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223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349240"/>
            <a:ext cx="4297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Forecasts for Proactive Planning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2160" y="5349240"/>
            <a:ext cx="5577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the incident-trend forecast into operational planning ahead of predicted periods of increased demand.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E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&amp; Security Visualization Framework	</a:t>
            </a: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INFOSYS Springboard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RIGOR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 &amp; Predictive Notes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data did not contain reliable resolution timestamps or dedicated incident-status fields. As a result, Average Resolution Time, Open/Closed Incident analysis, and Response Status Distribution were intentionally not fabricated — keeping the dashboard grounded in valid source information.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Approach — Notes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148840"/>
            <a:ext cx="4983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Power BI time-series forecasting, not a separately trained ML model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risk indicator classifies exposure as High / Medium / Low from a severity-weighted score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confidence intervals indicate uncertainty around the trend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accuracy, precision, recall or F1-score — those metrics apply only to trained ML models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&amp; Security Visualization Framework	 INFOSYS Springboard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3074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Journey — from Raw Data to Predictive Security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milestones, the framework evolved from cleaned, modeled incident data into a full analytics suite covering threat classification, geospatial risk, temporal patterns, response performance, security risk scoring, and predictive, executive-level intelligence — built end-to-end in Power BI.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 •  Hansika Shaw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978</Words>
  <Application>Microsoft Office PowerPoint</Application>
  <PresentationFormat>Widescreen</PresentationFormat>
  <Paragraphs>139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Hansika shaw</cp:lastModifiedBy>
  <cp:revision>3</cp:revision>
  <dcterms:created xsi:type="dcterms:W3CDTF">2026-08-21T07:09:40Z</dcterms:created>
  <dcterms:modified xsi:type="dcterms:W3CDTF">2026-08-21T08:23:33Z</dcterms:modified>
</cp:coreProperties>
</file>